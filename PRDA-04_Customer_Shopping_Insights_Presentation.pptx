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thod Vishal" userId="e8f617af54705053" providerId="LiveId" clId="{27279F0E-CDD8-4872-B9B0-C966A14A2394}"/>
    <pc:docChg chg="undo custSel delSld modSld">
      <pc:chgData name="Rathod Vishal" userId="e8f617af54705053" providerId="LiveId" clId="{27279F0E-CDD8-4872-B9B0-C966A14A2394}" dt="2026-10-27T11:36:37.539" v="83" actId="20577"/>
      <pc:docMkLst>
        <pc:docMk/>
      </pc:docMkLst>
      <pc:sldChg chg="del">
        <pc:chgData name="Rathod Vishal" userId="e8f617af54705053" providerId="LiveId" clId="{27279F0E-CDD8-4872-B9B0-C966A14A2394}" dt="2026-10-27T11:35:57.198" v="1" actId="47"/>
        <pc:sldMkLst>
          <pc:docMk/>
          <pc:sldMk cId="0" sldId="261"/>
        </pc:sldMkLst>
      </pc:sldChg>
      <pc:sldChg chg="del">
        <pc:chgData name="Rathod Vishal" userId="e8f617af54705053" providerId="LiveId" clId="{27279F0E-CDD8-4872-B9B0-C966A14A2394}" dt="2026-10-27T11:35:38.605" v="0" actId="47"/>
        <pc:sldMkLst>
          <pc:docMk/>
          <pc:sldMk cId="0" sldId="262"/>
        </pc:sldMkLst>
      </pc:sldChg>
      <pc:sldChg chg="modSp mod">
        <pc:chgData name="Rathod Vishal" userId="e8f617af54705053" providerId="LiveId" clId="{27279F0E-CDD8-4872-B9B0-C966A14A2394}" dt="2026-10-27T11:36:37.539" v="83" actId="20577"/>
        <pc:sldMkLst>
          <pc:docMk/>
          <pc:sldMk cId="0" sldId="263"/>
        </pc:sldMkLst>
        <pc:spChg chg="mod">
          <ac:chgData name="Rathod Vishal" userId="e8f617af54705053" providerId="LiveId" clId="{27279F0E-CDD8-4872-B9B0-C966A14A2394}" dt="2026-10-27T11:36:37.539" v="83" actId="20577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920240"/>
          </a:xfrm>
          <a:prstGeom prst="rect">
            <a:avLst/>
          </a:prstGeom>
          <a:solidFill>
            <a:srgbClr val="14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CUSTOMER SHOPPING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DE4FF"/>
                </a:solidFill>
              </a:defRPr>
            </a:pPr>
            <a:r>
              <a:t>PRDA-04 | Insights Report &amp; Business Recommendations</a:t>
            </a:r>
          </a:p>
        </p:txBody>
      </p:sp>
      <p:pic>
        <p:nvPicPr>
          <p:cNvPr id="5" name="Picture 4" descr="5545e668-f29d-4216-8465-beb4bedf44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8" y="1965960"/>
            <a:ext cx="8567056" cy="46602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95954" y="265176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D3C"/>
                </a:solidFill>
              </a:defRPr>
            </a:pPr>
            <a:r>
              <a:rPr dirty="0"/>
              <a:t>Customer </a:t>
            </a:r>
            <a:r>
              <a:rPr dirty="0" err="1"/>
              <a:t>behaviour</a:t>
            </a:r>
            <a:endParaRPr dirty="0"/>
          </a:p>
          <a:p>
            <a:pPr>
              <a:spcAft>
                <a:spcPts val="1300"/>
              </a:spcAft>
              <a:defRPr sz="1800">
                <a:solidFill>
                  <a:srgbClr val="232D3C"/>
                </a:solidFill>
              </a:defRPr>
            </a:pPr>
            <a:r>
              <a:rPr dirty="0"/>
              <a:t>Sales performance</a:t>
            </a:r>
          </a:p>
          <a:p>
            <a:pPr>
              <a:spcAft>
                <a:spcPts val="1300"/>
              </a:spcAft>
              <a:defRPr sz="1800">
                <a:solidFill>
                  <a:srgbClr val="232D3C"/>
                </a:solidFill>
              </a:defRPr>
            </a:pPr>
            <a:r>
              <a:rPr dirty="0"/>
              <a:t>Product &amp; payment trends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Dashboard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C"/>
                </a:solidFill>
              </a:defRPr>
            </a:pPr>
            <a:r>
              <a:t>Headline figures shown in the submitted Power BI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286000" cy="1234440"/>
          </a:xfrm>
          <a:prstGeom prst="roundRect">
            <a:avLst/>
          </a:prstGeom>
          <a:solidFill>
            <a:srgbClr val="F1F6FC"/>
          </a:solidFill>
          <a:ln>
            <a:solidFill>
              <a:srgbClr val="2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>
                <a:solidFill>
                  <a:srgbClr val="14345C"/>
                </a:solidFill>
              </a:defRPr>
            </a:pPr>
            <a:r>
              <a:t>Total Orders</a:t>
            </a:r>
          </a:p>
          <a:p>
            <a:pPr algn="ctr">
              <a:defRPr sz="2400" b="1">
                <a:solidFill>
                  <a:srgbClr val="2784FF"/>
                </a:solidFill>
              </a:defRPr>
            </a:pPr>
            <a:r>
              <a:t>99,457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1828800"/>
            <a:ext cx="2286000" cy="1234440"/>
          </a:xfrm>
          <a:prstGeom prst="roundRect">
            <a:avLst/>
          </a:prstGeom>
          <a:solidFill>
            <a:srgbClr val="F1F6FC"/>
          </a:solidFill>
          <a:ln>
            <a:solidFill>
              <a:srgbClr val="2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>
                <a:solidFill>
                  <a:srgbClr val="14345C"/>
                </a:solidFill>
              </a:defRPr>
            </a:pPr>
            <a:r>
              <a:t>Total Quantity</a:t>
            </a:r>
          </a:p>
          <a:p>
            <a:pPr algn="ctr">
              <a:defRPr sz="2400" b="1">
                <a:solidFill>
                  <a:srgbClr val="2784FF"/>
                </a:solidFill>
              </a:defRPr>
            </a:pPr>
            <a:r>
              <a:t>298,712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2286000" cy="1234440"/>
          </a:xfrm>
          <a:prstGeom prst="roundRect">
            <a:avLst/>
          </a:prstGeom>
          <a:solidFill>
            <a:srgbClr val="F1F6FC"/>
          </a:solidFill>
          <a:ln>
            <a:solidFill>
              <a:srgbClr val="2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>
                <a:solidFill>
                  <a:srgbClr val="14345C"/>
                </a:solidFill>
              </a:defRPr>
            </a:pPr>
            <a:r>
              <a:t>Total Revenue</a:t>
            </a:r>
          </a:p>
          <a:p>
            <a:pPr algn="ctr">
              <a:defRPr sz="2400" b="1">
                <a:solidFill>
                  <a:srgbClr val="2784FF"/>
                </a:solidFill>
              </a:defRPr>
            </a:pPr>
            <a:r>
              <a:t>₹251.51M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1828800"/>
            <a:ext cx="2286000" cy="1234440"/>
          </a:xfrm>
          <a:prstGeom prst="roundRect">
            <a:avLst/>
          </a:prstGeom>
          <a:solidFill>
            <a:srgbClr val="F1F6FC"/>
          </a:solidFill>
          <a:ln>
            <a:solidFill>
              <a:srgbClr val="2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>
                <a:solidFill>
                  <a:srgbClr val="14345C"/>
                </a:solidFill>
              </a:defRPr>
            </a:pPr>
            <a:r>
              <a:t>Avg. Order Value</a:t>
            </a:r>
          </a:p>
          <a:p>
            <a:pPr algn="ctr">
              <a:defRPr sz="2400" b="1">
                <a:solidFill>
                  <a:srgbClr val="2784FF"/>
                </a:solidFill>
              </a:defRPr>
            </a:pPr>
            <a:r>
              <a:t>₹2.53K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D3C"/>
                </a:solidFill>
              </a:defRPr>
            </a:pPr>
            <a:r>
              <a:t>The dashboard consolidates order, quantity and revenue KPIs with gender, age, category and payment breakdowns.</a:t>
            </a:r>
          </a:p>
          <a:p>
            <a:pPr>
              <a:spcAft>
                <a:spcPts val="1300"/>
              </a:spcAft>
              <a:defRPr sz="1800">
                <a:solidFill>
                  <a:srgbClr val="232D3C"/>
                </a:solidFill>
              </a:defRPr>
            </a:pPr>
            <a:r>
              <a:t>Filters available: Date, Gender, Age Group, Category, Payment and Shopping Mall.</a:t>
            </a:r>
          </a:p>
          <a:p>
            <a:pPr>
              <a:spcAft>
                <a:spcPts val="1300"/>
              </a:spcAft>
              <a:defRPr sz="1800">
                <a:solidFill>
                  <a:srgbClr val="232D3C"/>
                </a:solidFill>
              </a:defRPr>
            </a:pPr>
            <a:r>
              <a:t>Use slicers to isolate segments and compare patterns before making business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Customer &amp; Age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C"/>
                </a:solidFill>
              </a:defRPr>
            </a:pPr>
            <a:r>
              <a:t>Interpretation from dashboard visuals</a:t>
            </a:r>
          </a:p>
        </p:txBody>
      </p:sp>
      <p:pic>
        <p:nvPicPr>
          <p:cNvPr id="4" name="Picture 3" descr="prda04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303520" cy="2556885"/>
          </a:xfrm>
          <a:prstGeom prst="rect">
            <a:avLst/>
          </a:prstGeom>
        </p:spPr>
      </p:pic>
      <p:pic>
        <p:nvPicPr>
          <p:cNvPr id="5" name="Picture 4" descr="prda04_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303520" cy="25893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9377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D3C"/>
                </a:solidFill>
              </a:defRPr>
            </a:pPr>
            <a:r>
              <a:t>Female customers contribute about ₹150M vs ₹101M for male customers in the dashboard.</a:t>
            </a:r>
          </a:p>
          <a:p>
            <a:pPr>
              <a:spcAft>
                <a:spcPts val="1300"/>
              </a:spcAft>
              <a:defRPr sz="1600">
                <a:solidFill>
                  <a:srgbClr val="232D3C"/>
                </a:solidFill>
              </a:defRPr>
            </a:pPr>
            <a:r>
              <a:t>The 55–64 age group has the highest displayed revenue (~₹50M).</a:t>
            </a:r>
          </a:p>
          <a:p>
            <a:pPr>
              <a:spcAft>
                <a:spcPts val="1300"/>
              </a:spcAft>
              <a:defRPr sz="1600">
                <a:solidFill>
                  <a:srgbClr val="232D3C"/>
                </a:solidFill>
              </a:defRPr>
            </a:pPr>
            <a:r>
              <a:t>The 35–44 age group has the largest shopping distribution (~19.4K invoices).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Product &amp; Payment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C"/>
                </a:solidFill>
              </a:defRPr>
            </a:pPr>
            <a:r>
              <a:t>Revenue and payment patterns from the dashboard</a:t>
            </a:r>
          </a:p>
        </p:txBody>
      </p:sp>
      <p:pic>
        <p:nvPicPr>
          <p:cNvPr id="4" name="Picture 3" descr="prda04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486400" cy="2670945"/>
          </a:xfrm>
          <a:prstGeom prst="rect">
            <a:avLst/>
          </a:prstGeom>
        </p:spPr>
      </p:pic>
      <p:pic>
        <p:nvPicPr>
          <p:cNvPr id="5" name="Picture 4" descr="prda04_pa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303520" cy="25845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983480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D3C"/>
                </a:solidFill>
              </a:defRPr>
            </a:pPr>
            <a:r>
              <a:t>Clothing leads revenue at about ₹114M; Shoes (~₹67M) and Technology (~₹50M) follow.</a:t>
            </a:r>
          </a:p>
          <a:p>
            <a:pPr>
              <a:spcAft>
                <a:spcPts val="1300"/>
              </a:spcAft>
              <a:defRPr sz="1600">
                <a:solidFill>
                  <a:srgbClr val="232D3C"/>
                </a:solidFill>
              </a:defRPr>
            </a:pPr>
            <a:r>
              <a:t>Cash is the most-used payment method and contributes about ₹113M revenue.</a:t>
            </a:r>
          </a:p>
          <a:p>
            <a:pPr>
              <a:spcAft>
                <a:spcPts val="1300"/>
              </a:spcAft>
              <a:defRPr sz="1600">
                <a:solidFill>
                  <a:srgbClr val="232D3C"/>
                </a:solidFill>
              </a:defRPr>
            </a:pPr>
            <a:r>
              <a:t>Maintain stock in leading categories and keep checkout options convenient.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45C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C"/>
                </a:solidFill>
              </a:defRPr>
            </a:pPr>
            <a:r>
              <a:t>Actions suggested by the dashboard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Inventory: prioritise Clothing, Shoes and Technology; monitor stock-outs and category-level sell-through.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Marketing: test targeted offers for female customers and the 55–64 age group.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Payments: maintain Cash convenience while making card payments simple and secure.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Measurement: track revenue, quantity, orders and average order value together.</a:t>
            </a:r>
          </a:p>
          <a:p>
            <a:pPr>
              <a:spcAft>
                <a:spcPts val="1300"/>
              </a:spcAft>
              <a:defRPr sz="2000">
                <a:solidFill>
                  <a:srgbClr val="232D3C"/>
                </a:solidFill>
              </a:defRPr>
            </a:pPr>
            <a:r>
              <a:t>Dashboard: use slicers to validate each insight by date, mall and customer segment.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3846" y="2286000"/>
            <a:ext cx="10332720" cy="936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232D3C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 dashboard identifies clear customer, category and payment patterns.</a:t>
            </a:r>
          </a:p>
          <a:p>
            <a:pPr>
              <a:spcAft>
                <a:spcPts val="1300"/>
              </a:spcAft>
              <a:defRPr sz="2200">
                <a:solidFill>
                  <a:srgbClr val="232D3C"/>
                </a:solidFill>
              </a:defRPr>
            </a:pPr>
            <a:r>
              <a:rPr dirty="0">
                <a:solidFill>
                  <a:schemeClr val="bg1"/>
                </a:solidFill>
              </a:rPr>
              <a:t>Use the insights to guide stock planning and targeted </a:t>
            </a:r>
            <a:r>
              <a:rPr>
                <a:solidFill>
                  <a:schemeClr val="bg1"/>
                </a:solidFill>
              </a:rPr>
              <a:t>promotions.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305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Rathod Vishal</cp:lastModifiedBy>
  <cp:revision>3</cp:revision>
  <dcterms:created xsi:type="dcterms:W3CDTF">2013-01-27T09:14:16Z</dcterms:created>
  <dcterms:modified xsi:type="dcterms:W3CDTF">2026-10-27T11:36:38Z</dcterms:modified>
  <cp:category/>
</cp:coreProperties>
</file>